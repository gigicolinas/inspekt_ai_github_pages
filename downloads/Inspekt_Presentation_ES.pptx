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a5dbeafd34617" /><Relationship Type="http://schemas.openxmlformats.org/officeDocument/2006/relationships/extended-properties" Target="/docProps/app.xml" Id="Rf5c9f754ac0c44be" /><Relationship Type="http://schemas.openxmlformats.org/officeDocument/2006/relationships/officeDocument" Target="/ppt/presentation.xml" Id="R3708cd21770e40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aaa0d51e25457d"/>
  </p:sldMasterIdLst>
  <p:notesMasterIdLst>
    <p:notesMasterId xmlns:r="http://schemas.openxmlformats.org/officeDocument/2006/relationships" r:id="Rb478c0b6e62e43cc"/>
  </p:notesMasterIdLst>
  <p:sldIdLst>
    <p:sldId xmlns:r="http://schemas.openxmlformats.org/officeDocument/2006/relationships" id="256" r:id="R9d20eb0b520a447c"/>
    <p:sldId xmlns:r="http://schemas.openxmlformats.org/officeDocument/2006/relationships" id="257" r:id="R1e22514bc21246d5"/>
    <p:sldId xmlns:r="http://schemas.openxmlformats.org/officeDocument/2006/relationships" id="258" r:id="Rf299de79890c417a"/>
    <p:sldId xmlns:r="http://schemas.openxmlformats.org/officeDocument/2006/relationships" id="259" r:id="R38d1304fa6654e50"/>
    <p:sldId xmlns:r="http://schemas.openxmlformats.org/officeDocument/2006/relationships" id="260" r:id="R55fee3a398ed44ba"/>
    <p:sldId xmlns:r="http://schemas.openxmlformats.org/officeDocument/2006/relationships" id="261" r:id="R43f08eb8069b48d0"/>
    <p:sldId xmlns:r="http://schemas.openxmlformats.org/officeDocument/2006/relationships" id="262" r:id="R3d029ac54cb441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1674b063054e53" /><Relationship Type="http://schemas.openxmlformats.org/officeDocument/2006/relationships/slideMaster" Target="/ppt/slideMasters/slideMaster1.xml" Id="R3daaa0d51e25457d" /><Relationship Type="http://schemas.openxmlformats.org/officeDocument/2006/relationships/notesMaster" Target="/ppt/notesMasters/notesMaster1.xml" Id="Rb478c0b6e62e43cc" /><Relationship Type="http://schemas.openxmlformats.org/officeDocument/2006/relationships/presProps" Target="/ppt/presProps.xml" Id="R85b0ac0e0ccf4114" /><Relationship Type="http://schemas.openxmlformats.org/officeDocument/2006/relationships/tableStyles" Target="/ppt/tableStyles.xml" Id="Rded4f4e631274e76" /><Relationship Type="http://schemas.openxmlformats.org/officeDocument/2006/relationships/slide" Target="/ppt/slides/slide1.xml" Id="R9d20eb0b520a447c" /><Relationship Type="http://schemas.openxmlformats.org/officeDocument/2006/relationships/slide" Target="/ppt/slides/slide2.xml" Id="R1e22514bc21246d5" /><Relationship Type="http://schemas.openxmlformats.org/officeDocument/2006/relationships/slide" Target="/ppt/slides/slide3.xml" Id="Rf299de79890c417a" /><Relationship Type="http://schemas.openxmlformats.org/officeDocument/2006/relationships/slide" Target="/ppt/slides/slide4.xml" Id="R38d1304fa6654e50" /><Relationship Type="http://schemas.openxmlformats.org/officeDocument/2006/relationships/slide" Target="/ppt/slides/slide5.xml" Id="R55fee3a398ed44ba" /><Relationship Type="http://schemas.openxmlformats.org/officeDocument/2006/relationships/slide" Target="/ppt/slides/slide6.xml" Id="R43f08eb8069b48d0" /><Relationship Type="http://schemas.openxmlformats.org/officeDocument/2006/relationships/slide" Target="/ppt/slides/slide7.xml" Id="R3d029ac54cb4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8cfabbfbab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c578210d894398" /><Relationship Type="http://schemas.openxmlformats.org/officeDocument/2006/relationships/notesMaster" Target="/ppt/notesMasters/notesMaster1.xml" Id="Rb621acb1d38145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b41454cd954afd" /><Relationship Type="http://schemas.openxmlformats.org/officeDocument/2006/relationships/notesMaster" Target="/ppt/notesMasters/notesMaster1.xml" Id="R83f242aa45c240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d499d59d80451e" /><Relationship Type="http://schemas.openxmlformats.org/officeDocument/2006/relationships/notesMaster" Target="/ppt/notesMasters/notesMaster1.xml" Id="R98ba3eabfc4a4c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0cf05d3b6c4b25" /><Relationship Type="http://schemas.openxmlformats.org/officeDocument/2006/relationships/notesMaster" Target="/ppt/notesMasters/notesMaster1.xml" Id="Rc66b0b7ba5a24e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24c1d2f28e4310" /><Relationship Type="http://schemas.openxmlformats.org/officeDocument/2006/relationships/notesMaster" Target="/ppt/notesMasters/notesMaster1.xml" Id="Rec6cb66e6b2046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71e763146a4813" /><Relationship Type="http://schemas.openxmlformats.org/officeDocument/2006/relationships/notesMaster" Target="/ppt/notesMasters/notesMaster1.xml" Id="R9a77c2e07f344f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2810a5c96a4b36" /><Relationship Type="http://schemas.openxmlformats.org/officeDocument/2006/relationships/notesMaster" Target="/ppt/notesMasters/notesMaster1.xml" Id="R62edc8b311934e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Audiencia: el director técnico de una empresa propietaria de inmuebles que prepara trabajos de mantenimiento de fachadas. La apertura arquitectónica es ilustrativa y no acredita resultados de inspección.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 preguntas propuestas para el comprador, no citas de entrevistas con clientes. RICS explica la importancia de definir el alcance, el acceso y la intervención de especialistas.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- https://ww3.rics.org/uk/en/journals/property-journal/ppm-surveys-increase-asset-value.html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captura, asistencia de la IA e interpretación especializada. La documentación de Inspekt AI describe la revisión de anomalías señaladas. El profesional responsable determina el diagnóstico y la actuación.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capturas facilitadas muestran funciones de la interfaz. Se conservan los identificadores y los datos originales. No se inventan defectos, dimensiones ni ubicaciones.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comparación pertenece al ejemplo de Bangkok del vídeo facilitado, no a un defecto medido en la Sagrada Família. La perspectiva y la iluminación pueden afectar a la interpretación. No se acredita un historial de reparaciones ni una velocidad de deterioro.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beneficio es apoyar la planificación del mantenimiento. No se promete un proyecto de reparación definitivo, ahorros garantizados ni certificación estructural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Conversión propuesta: solicitud cualificada de una propuesta de inspección. No se promete presupuesto inmediato, plazo de respuesta fijo ni inspección gratuita. La consulta se tramita por el canal oficial de contacto.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48edc01cb49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66e5463598437c" /><Relationship Type="http://schemas.openxmlformats.org/officeDocument/2006/relationships/slideLayout" Target="/ppt/slideLayouts/slideLayout1.xml" Id="R707be2ff5c4047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7be2ff5c4047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7f3d82d904f8b" /><Relationship Type="http://schemas.openxmlformats.org/officeDocument/2006/relationships/image" Target="/ppt/media/image.jpeg" Id="Rdf1245cb0b9c4da9" /><Relationship Type="http://schemas.openxmlformats.org/officeDocument/2006/relationships/notesSlide" Target="/ppt/notesSlides/notesSlide1.xml" Id="Rc5e97b59d8c043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0b54a86154733" /><Relationship Type="http://schemas.openxmlformats.org/officeDocument/2006/relationships/image" Target="/ppt/media/image2.jpeg" Id="R017981a701294e5e" /><Relationship Type="http://schemas.openxmlformats.org/officeDocument/2006/relationships/notesSlide" Target="/ppt/notesSlides/notesSlide2.xml" Id="R2f4071f0d80547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b9772d2b64c40" /><Relationship Type="http://schemas.openxmlformats.org/officeDocument/2006/relationships/image" Target="/ppt/media/image3.jpeg" Id="R8ec954036c924b12" /><Relationship Type="http://schemas.openxmlformats.org/officeDocument/2006/relationships/notesSlide" Target="/ppt/notesSlides/notesSlide3.xml" Id="R74eedcc1482d47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90709066e433b" /><Relationship Type="http://schemas.openxmlformats.org/officeDocument/2006/relationships/image" Target="/ppt/media/image4.jpeg" Id="Ra4537b1749ec4fcb" /><Relationship Type="http://schemas.openxmlformats.org/officeDocument/2006/relationships/notesSlide" Target="/ppt/notesSlides/notesSlide4.xml" Id="R299ff02deea349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fb4ca041c47a5" /><Relationship Type="http://schemas.openxmlformats.org/officeDocument/2006/relationships/image" Target="/ppt/media/image5.jpeg" Id="Rfcc35f0ce4784bb9" /><Relationship Type="http://schemas.openxmlformats.org/officeDocument/2006/relationships/notesSlide" Target="/ppt/notesSlides/notesSlide5.xml" Id="R4cd345d267fc49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0d6f684834cbd" /><Relationship Type="http://schemas.openxmlformats.org/officeDocument/2006/relationships/image" Target="/ppt/media/image6.jpeg" Id="Red2943fce3ed485c" /><Relationship Type="http://schemas.openxmlformats.org/officeDocument/2006/relationships/notesSlide" Target="/ppt/notesSlides/notesSlide6.xml" Id="Rc62dd169e5e34d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d07c24a284e07" /><Relationship Type="http://schemas.openxmlformats.org/officeDocument/2006/relationships/image" Target="/ppt/media/image7.jpeg" Id="R3a79c08ad95b4669" /><Relationship Type="http://schemas.openxmlformats.org/officeDocument/2006/relationships/notesSlide" Target="/ppt/notesSlides/notesSlide7.xml" Id="R8ea6342be3874d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ED0A8-54B6-425D-B120-2441B246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D71E6-ACB1-4D97-A630-7679274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1ADD4-869D-4CFA-985B-5C8E219A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6572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5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Inspección de fachadas.</a:t>
            </a:r>
          </a:p>
          <a:p xmlns:a="http://schemas.openxmlformats.org/drawingml/2006/main">
            <a:pPr>
              <a:defRPr sz="45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5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Decisiones con criterio.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4ECBC-0A7C-4A89-8CED-F5AD723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71575"/>
            <a:ext cx="41338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Conoce el estado de tu fachada antes de planificar la reparación.</a:t>
            </a:r>
          </a:p>
          <a:p xmlns:a="http://schemas.openxmlformats.org/drawingml/2006/main">
            <a:pPr>
              <a:def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Información para los responsables técnicos de activos.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245cb0b9c4da9"/>
          <a:srcRect xmlns:a="http://schemas.openxmlformats.org/drawingml/2006/main" l="0" t="25007" r="0" b="25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905125"/>
            <a:ext cx="11125200" cy="3257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B4BC6-E68D-42DB-BD2C-48A13A8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2A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3AF14-C891-4886-B36B-6927790A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Imágenes de producto facilitadas · Propuesta de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1CCE5-7D87-479F-8767-2556563E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988667529"/>
      </p:ext>
    </p:extLst>
  </p:cSld>
  <p:transition spd="med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A92B9-CB64-46A2-89B7-89F42D3F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248A6-75F2-4F91-B7E5-74ABAF4F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02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43ECF-B8CE-48FF-A5A3-737A9C9A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Define los trabajos</a:t>
            </a:r>
          </a:p>
          <a:p xmlns:a="http://schemas.openxmlformats.org/drawingml/2006/main">
            <a:pPr>
              <a:def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con información clara.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B7DE8-6515-4130-88A0-1F3974CB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38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¿Dónde está el hallazgo?</a:t>
            </a:r>
          </a:p>
          <a:p xmlns:a="http://schemas.openxmlformats.org/drawingml/2006/main">
            <a:pPr>
              <a:def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¿Qué necesita una evaluación más detallada?</a:t>
            </a:r>
          </a:p>
          <a:p xmlns:a="http://schemas.openxmlformats.org/drawingml/2006/main">
            <a:pPr>
              <a:def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¿Qué información respalda el alcance del mantenimiento?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981a701294e5e"/>
          <a:srcRect xmlns:a="http://schemas.openxmlformats.org/drawingml/2006/main" l="23998" t="0" r="239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990600"/>
            <a:ext cx="4667250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523B0-F99D-49DE-A824-BB01B54D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EE50A-7723-4073-9ADA-58A36EC3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Imágenes de producto facilitadas · Propuesta de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2FC27-EAF2-410C-A8C1-83CF967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461526072"/>
      </p:ext>
    </p:extLst>
  </p:cSld>
  <p:transition spd="med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E56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6A21F-1704-40BA-8750-891323A9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81FFD-1734-4966-9E80-7F0AB097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03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A7857-4021-452C-AE04-B9708EB7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Captura. Localiza.</a:t>
            </a:r>
          </a:p>
          <a:p xmlns:a="http://schemas.openxmlformats.org/drawingml/2006/main">
            <a:pPr>
              <a:def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Revisa con tu equipo.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163D3-87E6-4D96-932B-1B7077B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718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0BFB2-EA5A-45A2-8F0E-07F38094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4362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Las imágenes de dron documentan el edificio.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50F61-D0C4-44CF-A97F-512DBCDC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A4E38-45B4-4545-8E74-9A78B321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362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El análisis asistido por IA organiza los hallazgos.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52FB4-C79F-4171-8718-E6ABDFE0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66072-C6C9-42C8-B6BC-057A4C6D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4362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La revisión especializada ayuda a interpretarlos.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954036c924b12"/>
          <a:stretch xmlns:a="http://schemas.openxmlformats.org/drawingml/2006/main"/>
        </p:blipFill>
        <p:spPr>
          <a:xfrm xmlns:a="http://schemas.openxmlformats.org/drawingml/2006/main">
            <a:off x="6629400" y="2209673"/>
            <a:ext cx="5029200" cy="262915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DF963-ED46-4574-9BD8-F874B397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2A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0B70C-EB38-4BF4-9E8D-8C58CCE4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Imágenes de producto facilitadas · Propuesta de Genadio Colinas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89BDE-7A4F-4C27-A6B7-E80552BE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2036134319"/>
      </p:ext>
    </p:extLst>
  </p:cSld>
  <p:transition spd="med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F2755-6D37-48C0-80F0-FB2957A4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EBB38-82B2-45F0-962E-B7F1536E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04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604EA-7C1B-4847-BDE4-FED9AD16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Sitúa cada hallazgo</a:t>
            </a:r>
          </a:p>
          <a:p xmlns:a="http://schemas.openxmlformats.org/drawingml/2006/main">
            <a:pPr>
              <a:defRPr sz="4275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en su contexto.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37b1749ec4fcb"/>
          <a:stretch xmlns:a="http://schemas.openxmlformats.org/drawingml/2006/main"/>
        </p:blipFill>
        <p:spPr>
          <a:xfrm xmlns:a="http://schemas.openxmlformats.org/drawingml/2006/main">
            <a:off x="1506337" y="2762250"/>
            <a:ext cx="5055000" cy="32099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CCF21-2B2E-4562-A3A1-2F072DA1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43225"/>
            <a:ext cx="3505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Abre la imagen asociada al hallazgo.</a:t>
            </a:r>
          </a:p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Consulta su ubicación y los datos registrados.</a:t>
            </a:r>
          </a:p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Comparte una misma referencia con el equipo técnico.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6CB32-8B58-4CB7-A41C-B922F388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2A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0EA75-8F82-4D87-BF8E-95E4D073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Imágenes de producto facilitadas · Propuesta de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DF584-ACF9-43B9-AFC8-B35659C3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1659126783"/>
      </p:ext>
    </p:extLst>
  </p:cSld>
  <p:transition spd="med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3C511-F994-4CC9-869B-7139EDB5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8F563-B36A-47A6-B7D0-76BFD182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05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6C5D2-8BB4-4FA5-8986-C98D8357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5286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Revisa qué cambia</a:t>
            </a:r>
          </a:p>
          <a:p xmlns:a="http://schemas.openxmlformats.org/drawingml/2006/main">
            <a:pPr>
              <a:def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entre inspecciones.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5DA9A-17A8-4C96-9882-52FA36B8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667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25 dic 2023 / 13 may 2025</a:t>
            </a:r>
          </a:p>
          <a:p xmlns:a="http://schemas.openxmlformats.org/drawingml/2006/main">
            <a:pPr>
              <a:def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Compara imágenes fechadas de una misma zona.</a:t>
            </a:r>
          </a:p>
          <a:p xmlns:a="http://schemas.openxmlformats.org/drawingml/2006/main">
            <a:pPr>
              <a:def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La primera inspección puede servir de referencia inicial.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35f0ce4784bb9"/>
          <a:stretch xmlns:a="http://schemas.openxmlformats.org/drawingml/2006/main"/>
        </p:blipFill>
        <p:spPr>
          <a:xfrm xmlns:a="http://schemas.openxmlformats.org/drawingml/2006/main">
            <a:off x="6191250" y="1962745"/>
            <a:ext cx="5467350" cy="307538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2B989-3A80-4AD1-856B-859E8B6B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2A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8F942-4862-400B-AA8D-D5407914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Imágenes de producto facilitadas · Propuesta de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80BFD-39A9-4EB3-98C1-1F64E749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1511503490"/>
      </p:ext>
    </p:extLst>
  </p:cSld>
  <p:transition spd="med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844DA-133F-438D-88D3-6EA5719C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AABE1-58EC-417C-8F82-88AD73AA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06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E58A5-851C-4153-A3FD-1C4120B7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Prepara prioridades</a:t>
            </a:r>
          </a:p>
          <a:p xmlns:a="http://schemas.openxmlformats.org/drawingml/2006/main">
            <a:pPr>
              <a:def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que puedas explicar.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8726E-E7E3-41DB-AFDC-345518F8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38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Utiliza los hallazgos localizados y los registros de inspección para concretar el alcance del mantenimiento.</a:t>
            </a:r>
          </a:p>
          <a:p xmlns:a="http://schemas.openxmlformats.org/drawingml/2006/main">
            <a:pPr>
              <a:def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Acuerda qué necesita una evaluación adicional con el equipo técnico responsable.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943fce3ed485c"/>
          <a:stretch xmlns:a="http://schemas.openxmlformats.org/drawingml/2006/main"/>
        </p:blipFill>
        <p:spPr>
          <a:xfrm xmlns:a="http://schemas.openxmlformats.org/drawingml/2006/main">
            <a:off x="6991350" y="2202061"/>
            <a:ext cx="4667250" cy="262532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2AA54-DB03-4384-ADEA-FFBA73E8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C42A3-F7EC-46C7-A5FA-2334A85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Imágenes de producto facilitadas · Propuesta de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B62A1-4E71-4633-9757-B1FE7143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721255715"/>
      </p:ext>
    </p:extLst>
  </p:cSld>
  <p:transition spd="med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E56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56343-66C1-44A1-9ED0-9C10BB28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25709-B5C9-45BA-B980-D209216C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07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746E7-B101-4A36-90D8-585CE974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51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Empieza por</a:t>
            </a:r>
          </a:p>
          <a:p xmlns:a="http://schemas.openxmlformats.org/drawingml/2006/main">
            <a:pPr>
              <a:defRPr sz="51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51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tu edificio.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00815-6CD0-4082-BEC5-E75B4238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38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Solicita una propuesta de inspección.</a:t>
            </a:r>
          </a:p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Indica la ubicación, el motivo de la consulta y el plazo previsto.</a:t>
            </a:r>
          </a:p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El alcance y las condiciones de acceso se revisan para cada inmueble.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9c08ad95b4669"/>
          <a:srcRect xmlns:a="http://schemas.openxmlformats.org/drawingml/2006/main" l="23834" t="0" r="238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990600"/>
            <a:ext cx="4667250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99281-4794-49B3-9378-AF1587BB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2A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611F5-7E96-4942-B4C1-E1245FEB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Imágenes de producto facilitadas · Propuesta de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45200-B7CE-4F59-A236-C91CAB0A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1101985634"/>
      </p:ext>
    </p:extLst>
  </p:cSld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2026-09-08T08:43:17.0630000Z</dcterms:created>
  <dcterms:modified xsi:type="dcterms:W3CDTF">2026-09-08T08:43:17.0630000Z</dcterms:modified>
</coreProperties>
</file>